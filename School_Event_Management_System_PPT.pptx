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1" r:id="rId6"/>
    <p:sldId id="271" r:id="rId7"/>
    <p:sldId id="263" r:id="rId8"/>
    <p:sldId id="262" r:id="rId9"/>
    <p:sldId id="264" r:id="rId10"/>
    <p:sldId id="265" r:id="rId11"/>
    <p:sldId id="267" r:id="rId12"/>
    <p:sldId id="268" r:id="rId13"/>
    <p:sldId id="270" r:id="rId14"/>
    <p:sldId id="269"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3" d="100"/>
          <a:sy n="83" d="100"/>
        </p:scale>
        <p:origin x="800" y="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932170" y="4323845"/>
            <a:ext cx="2297429" cy="365125"/>
          </a:xfrm>
        </p:spPr>
        <p:txBody>
          <a:bodyPr/>
          <a:lstStyle/>
          <a:p>
            <a:fld id="{5BCAD085-E8A6-8845-BD4E-CB4CCA059FC4}" type="datetimeFigureOut">
              <a:rPr lang="en-US" smtClean="0"/>
              <a:t>6/19/2026</a:t>
            </a:fld>
            <a:endParaRPr lang="en-US"/>
          </a:p>
        </p:txBody>
      </p:sp>
      <p:sp>
        <p:nvSpPr>
          <p:cNvPr id="5" name="Footer Placeholder 4"/>
          <p:cNvSpPr>
            <a:spLocks noGrp="1"/>
          </p:cNvSpPr>
          <p:nvPr>
            <p:ph type="ftr" sz="quarter" idx="11"/>
          </p:nvPr>
        </p:nvSpPr>
        <p:spPr>
          <a:xfrm>
            <a:off x="914400" y="4323846"/>
            <a:ext cx="4880610" cy="365125"/>
          </a:xfrm>
        </p:spPr>
        <p:txBody>
          <a:bodyPr/>
          <a:lstStyle/>
          <a:p>
            <a:endParaRPr lang="en-US"/>
          </a:p>
        </p:txBody>
      </p:sp>
      <p:sp>
        <p:nvSpPr>
          <p:cNvPr id="6" name="Slide Number Placeholder 5"/>
          <p:cNvSpPr>
            <a:spLocks noGrp="1"/>
          </p:cNvSpPr>
          <p:nvPr>
            <p:ph type="sldNum" sz="quarter" idx="12"/>
          </p:nvPr>
        </p:nvSpPr>
        <p:spPr>
          <a:xfrm>
            <a:off x="6057900" y="1430867"/>
            <a:ext cx="21717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486120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072505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4"/>
            <a:ext cx="7955280"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6/19/2026</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515569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94360" y="2194560"/>
            <a:ext cx="3910579"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2099" y="2194560"/>
            <a:ext cx="3907540"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807418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4359" y="3132667"/>
            <a:ext cx="3910579"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2098" y="3132667"/>
            <a:ext cx="3907541"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6/19/2026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17458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6/19/2026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13657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88388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3886200" y="746760"/>
            <a:ext cx="4663440" cy="551688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4360" y="3124200"/>
            <a:ext cx="30861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55913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77524" y="751242"/>
            <a:ext cx="3674234"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3124200"/>
            <a:ext cx="407573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9645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94355" y="977035"/>
            <a:ext cx="7950260"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5516716"/>
            <a:ext cx="795528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758122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3"/>
            <a:ext cx="795528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800" y="3649134"/>
            <a:ext cx="77724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6/19/2026</a:t>
            </a:fld>
            <a:endParaRPr lang="en-US"/>
          </a:p>
        </p:txBody>
      </p:sp>
      <p:sp>
        <p:nvSpPr>
          <p:cNvPr id="6" name="Footer Placeholder 5"/>
          <p:cNvSpPr>
            <a:spLocks noGrp="1"/>
          </p:cNvSpPr>
          <p:nvPr>
            <p:ph type="ftr" sz="quarter" idx="11"/>
          </p:nvPr>
        </p:nvSpPr>
        <p:spPr>
          <a:xfrm>
            <a:off x="594360" y="381001"/>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506116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768351" y="753534"/>
            <a:ext cx="7613650" cy="2756234"/>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77899" y="3509768"/>
            <a:ext cx="7194552"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6/19/2026</a:t>
            </a:fld>
            <a:endParaRPr lang="en-US"/>
          </a:p>
        </p:txBody>
      </p:sp>
      <p:sp>
        <p:nvSpPr>
          <p:cNvPr id="6" name="Footer Placeholder 5"/>
          <p:cNvSpPr>
            <a:spLocks noGrp="1"/>
          </p:cNvSpPr>
          <p:nvPr>
            <p:ph type="ftr" sz="quarter" idx="11"/>
          </p:nvPr>
        </p:nvSpPr>
        <p:spPr>
          <a:xfrm>
            <a:off x="594360" y="379438"/>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
        <p:nvSpPr>
          <p:cNvPr id="13" name="TextBox 12"/>
          <p:cNvSpPr txBox="1"/>
          <p:nvPr/>
        </p:nvSpPr>
        <p:spPr>
          <a:xfrm>
            <a:off x="231458" y="80772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8146733" y="302133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4650458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792" y="3648316"/>
            <a:ext cx="7773608"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78884"/>
            <a:ext cx="2183130" cy="365125"/>
          </a:xfrm>
        </p:spPr>
        <p:txBody>
          <a:bodyPr/>
          <a:lstStyle>
            <a:lvl1pPr algn="r">
              <a:defRPr/>
            </a:lvl1pPr>
          </a:lstStyle>
          <a:p>
            <a:fld id="{5BCAD085-E8A6-8845-BD4E-CB4CCA059FC4}" type="datetimeFigureOut">
              <a:rPr lang="en-US" smtClean="0"/>
              <a:t>6/19/2026</a:t>
            </a:fld>
            <a:endParaRPr lang="en-US"/>
          </a:p>
        </p:txBody>
      </p:sp>
      <p:sp>
        <p:nvSpPr>
          <p:cNvPr id="6" name="Footer Placeholder 5"/>
          <p:cNvSpPr>
            <a:spLocks noGrp="1"/>
          </p:cNvSpPr>
          <p:nvPr>
            <p:ph type="ftr" sz="quarter" idx="11"/>
          </p:nvPr>
        </p:nvSpPr>
        <p:spPr>
          <a:xfrm>
            <a:off x="594360" y="378884"/>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73159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9436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00781" y="2904068"/>
            <a:ext cx="256032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932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6/19/2026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496394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94360" y="4796103"/>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290858" y="4796102"/>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93272" y="4796100"/>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6/19/2026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960941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6/19/2026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62813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6/19/2026</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769104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764373"/>
            <a:ext cx="637794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94360" y="2194560"/>
            <a:ext cx="7955280" cy="40690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12230" y="6356351"/>
            <a:ext cx="213741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6/19/2026</a:t>
            </a:fld>
            <a:endParaRPr lang="en-US"/>
          </a:p>
        </p:txBody>
      </p:sp>
      <p:sp>
        <p:nvSpPr>
          <p:cNvPr id="5" name="Footer Placeholder 4"/>
          <p:cNvSpPr>
            <a:spLocks noGrp="1"/>
          </p:cNvSpPr>
          <p:nvPr>
            <p:ph type="ftr" sz="quarter" idx="3"/>
          </p:nvPr>
        </p:nvSpPr>
        <p:spPr>
          <a:xfrm>
            <a:off x="594360" y="6355846"/>
            <a:ext cx="568071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72250" y="381001"/>
            <a:ext cx="197739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71414423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5997" y="835213"/>
            <a:ext cx="8713694" cy="1977144"/>
          </a:xfrm>
        </p:spPr>
        <p:txBody>
          <a:bodyPr>
            <a:normAutofit/>
          </a:bodyPr>
          <a:lstStyle/>
          <a:p>
            <a:pPr algn="ctr"/>
            <a:r>
              <a:rPr dirty="0">
                <a:latin typeface="Bahnschrift" panose="020B0502040204020203" pitchFamily="34" charset="0"/>
              </a:rPr>
              <a:t>School Even</a:t>
            </a:r>
            <a:r>
              <a:rPr lang="en-IN" dirty="0">
                <a:latin typeface="Bahnschrift" panose="020B0502040204020203" pitchFamily="34" charset="0"/>
              </a:rPr>
              <a:t>t </a:t>
            </a:r>
            <a:r>
              <a:rPr dirty="0">
                <a:latin typeface="Bahnschrift" panose="020B0502040204020203" pitchFamily="34" charset="0"/>
              </a:rPr>
              <a:t> Management System</a:t>
            </a:r>
          </a:p>
        </p:txBody>
      </p:sp>
      <p:sp>
        <p:nvSpPr>
          <p:cNvPr id="3" name="Subtitle 2"/>
          <p:cNvSpPr>
            <a:spLocks noGrp="1"/>
          </p:cNvSpPr>
          <p:nvPr>
            <p:ph type="subTitle" idx="1"/>
          </p:nvPr>
        </p:nvSpPr>
        <p:spPr>
          <a:xfrm>
            <a:off x="914400" y="3632200"/>
            <a:ext cx="7315200" cy="1977145"/>
          </a:xfrm>
        </p:spPr>
        <p:txBody>
          <a:bodyPr>
            <a:normAutofit/>
          </a:bodyPr>
          <a:lstStyle/>
          <a:p>
            <a:r>
              <a:rPr lang="en-IN" dirty="0"/>
              <a:t>TEAM :- 4</a:t>
            </a:r>
          </a:p>
          <a:p>
            <a:r>
              <a:rPr lang="en-IN" dirty="0"/>
              <a:t>FIRST MEMBER NAME:- SUGGULA SRI VISHNUPRIYA</a:t>
            </a:r>
          </a:p>
          <a:p>
            <a:r>
              <a:rPr lang="en-IN" dirty="0"/>
              <a:t>ROLL NO :- 2520030348</a:t>
            </a:r>
          </a:p>
          <a:p>
            <a:r>
              <a:rPr lang="en-IN" dirty="0"/>
              <a:t>SECOND MEMBER NAME:- SURABHI ANUSHKA</a:t>
            </a:r>
          </a:p>
          <a:p>
            <a:r>
              <a:rPr lang="en-IN" dirty="0"/>
              <a:t>ROLL NO:-2520090168</a:t>
            </a:r>
          </a:p>
          <a:p>
            <a:pPr algn="ct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3030" y="764373"/>
            <a:ext cx="6377940" cy="1293028"/>
          </a:xfrm>
        </p:spPr>
        <p:txBody>
          <a:bodyPr/>
          <a:lstStyle/>
          <a:p>
            <a:pPr algn="ctr"/>
            <a:r>
              <a:rPr dirty="0">
                <a:latin typeface="Bahnschrift" panose="020B0502040204020203" pitchFamily="34" charset="0"/>
              </a:rPr>
              <a:t>Introduction</a:t>
            </a:r>
          </a:p>
        </p:txBody>
      </p:sp>
      <p:sp>
        <p:nvSpPr>
          <p:cNvPr id="3" name="Content Placeholder 2"/>
          <p:cNvSpPr>
            <a:spLocks noGrp="1"/>
          </p:cNvSpPr>
          <p:nvPr>
            <p:ph idx="1"/>
          </p:nvPr>
        </p:nvSpPr>
        <p:spPr/>
        <p:txBody>
          <a:bodyPr>
            <a:normAutofit/>
          </a:bodyPr>
          <a:lstStyle/>
          <a:p>
            <a:r>
              <a:rPr lang="en-IN" sz="1900" dirty="0">
                <a:latin typeface="Aptos Display" panose="020B0004020202020204" pitchFamily="34" charset="0"/>
              </a:rPr>
              <a:t>The </a:t>
            </a:r>
            <a:r>
              <a:rPr lang="en-IN" sz="1900" b="1" dirty="0">
                <a:latin typeface="Aptos Display" panose="020B0004020202020204" pitchFamily="34" charset="0"/>
              </a:rPr>
              <a:t>School Event Management System</a:t>
            </a:r>
            <a:r>
              <a:rPr lang="en-IN" sz="1900" dirty="0">
                <a:latin typeface="Aptos Display" panose="020B0004020202020204" pitchFamily="34" charset="0"/>
              </a:rPr>
              <a:t> is a web-based application designed to simplify and automate the management of school events. Traditional event management methods often involve manual paperwork, making it difficult to organize, schedule, and communicate event details effectively. This system provides a centralized platform where organizers can create events, manage schedules, and share information with students in an efficient manner.</a:t>
            </a:r>
          </a:p>
          <a:p>
            <a:r>
              <a:rPr lang="en-IN" sz="1900" dirty="0">
                <a:latin typeface="Aptos Display" panose="020B0004020202020204" pitchFamily="34" charset="0"/>
              </a:rPr>
              <a:t>The system consists of two main modules: the </a:t>
            </a:r>
            <a:r>
              <a:rPr lang="en-IN" sz="1900" b="1" dirty="0">
                <a:latin typeface="Aptos Display" panose="020B0004020202020204" pitchFamily="34" charset="0"/>
              </a:rPr>
              <a:t>Student Dashboard</a:t>
            </a:r>
            <a:r>
              <a:rPr lang="en-IN" sz="1900" dirty="0">
                <a:latin typeface="Aptos Display" panose="020B0004020202020204" pitchFamily="34" charset="0"/>
              </a:rPr>
              <a:t> and the </a:t>
            </a:r>
            <a:r>
              <a:rPr lang="en-IN" sz="1900" b="1" dirty="0">
                <a:latin typeface="Aptos Display" panose="020B0004020202020204" pitchFamily="34" charset="0"/>
              </a:rPr>
              <a:t>Organizer Dashboard</a:t>
            </a:r>
            <a:r>
              <a:rPr lang="en-IN" sz="1900" dirty="0">
                <a:latin typeface="Aptos Display" panose="020B0004020202020204" pitchFamily="34" charset="0"/>
              </a:rPr>
              <a:t>. Students can view upcoming events, check schedules, register or volunteer for events, and provide feedback after participation. Organizers can create and manage events, schedule activities, monitor registrations, and </a:t>
            </a:r>
            <a:r>
              <a:rPr lang="en-IN" sz="1900" dirty="0" err="1">
                <a:latin typeface="Aptos Display" panose="020B0004020202020204" pitchFamily="34" charset="0"/>
              </a:rPr>
              <a:t>analyze</a:t>
            </a:r>
            <a:r>
              <a:rPr lang="en-IN" sz="1900" dirty="0">
                <a:latin typeface="Aptos Display" panose="020B0004020202020204" pitchFamily="34" charset="0"/>
              </a:rPr>
              <a:t> feedback. By digitizing the entire process, the system improves communication, increases student participation, reduces administrative effort, and ensures the smooth execution of school events.</a:t>
            </a:r>
          </a:p>
          <a:p>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5395" y="656796"/>
            <a:ext cx="6377940" cy="1293028"/>
          </a:xfrm>
        </p:spPr>
        <p:txBody>
          <a:bodyPr/>
          <a:lstStyle/>
          <a:p>
            <a:r>
              <a:rPr dirty="0">
                <a:latin typeface="Bahnschrift" panose="020B0502040204020203" pitchFamily="34" charset="0"/>
              </a:rPr>
              <a:t>Abstract</a:t>
            </a:r>
          </a:p>
        </p:txBody>
      </p:sp>
      <p:sp>
        <p:nvSpPr>
          <p:cNvPr id="3" name="Content Placeholder 2"/>
          <p:cNvSpPr>
            <a:spLocks noGrp="1"/>
          </p:cNvSpPr>
          <p:nvPr>
            <p:ph idx="1"/>
          </p:nvPr>
        </p:nvSpPr>
        <p:spPr/>
        <p:txBody>
          <a:bodyPr>
            <a:normAutofit lnSpcReduction="10000"/>
          </a:bodyPr>
          <a:lstStyle/>
          <a:p>
            <a:r>
              <a:rPr lang="en-IN" sz="1900" dirty="0">
                <a:latin typeface="Aptos Display" panose="020B0004020202020204" pitchFamily="34" charset="0"/>
              </a:rPr>
              <a:t>The </a:t>
            </a:r>
            <a:r>
              <a:rPr lang="en-IN" sz="1900" b="1" dirty="0">
                <a:latin typeface="Aptos Display" panose="020B0004020202020204" pitchFamily="34" charset="0"/>
              </a:rPr>
              <a:t>School Event Management System</a:t>
            </a:r>
            <a:r>
              <a:rPr lang="en-IN" sz="1900" dirty="0">
                <a:latin typeface="Aptos Display" panose="020B0004020202020204" pitchFamily="34" charset="0"/>
              </a:rPr>
              <a:t> is a web-based application developed to streamline the planning, scheduling, and management of school events. The system provides a centralized platform that enables organizers to create and manage events while allowing students to access event information easily. It reduces the challenges associated with manual event management, such as inefficient communication, scheduling conflicts, and difficulties in collecting participant feedback.</a:t>
            </a:r>
          </a:p>
          <a:p>
            <a:r>
              <a:rPr lang="en-IN" sz="1900" dirty="0">
                <a:latin typeface="Aptos Display" panose="020B0004020202020204" pitchFamily="34" charset="0"/>
              </a:rPr>
              <a:t>The project consists of two main modules: the </a:t>
            </a:r>
            <a:r>
              <a:rPr lang="en-IN" sz="1900" b="1" dirty="0">
                <a:latin typeface="Aptos Display" panose="020B0004020202020204" pitchFamily="34" charset="0"/>
              </a:rPr>
              <a:t>Student Dashboard</a:t>
            </a:r>
            <a:r>
              <a:rPr lang="en-IN" sz="1900" dirty="0">
                <a:latin typeface="Aptos Display" panose="020B0004020202020204" pitchFamily="34" charset="0"/>
              </a:rPr>
              <a:t> and the </a:t>
            </a:r>
            <a:r>
              <a:rPr lang="en-IN" sz="1900" b="1" dirty="0">
                <a:latin typeface="Aptos Display" panose="020B0004020202020204" pitchFamily="34" charset="0"/>
              </a:rPr>
              <a:t>Organizer Dashboard</a:t>
            </a:r>
            <a:r>
              <a:rPr lang="en-IN" sz="1900" dirty="0">
                <a:latin typeface="Aptos Display" panose="020B0004020202020204" pitchFamily="34" charset="0"/>
              </a:rPr>
              <a:t>. Through the Student Dashboard, students can view events, check schedules, register or volunteer for activities, and submit feedback after participation. The Organizer Dashboard enables organizers to create events, manage schedules, monitor registrations, and review feedback. By automating these processes, the system improves event coordination, enhances student engagement, reduces administrative workload, and ensures the successful execution of school events.</a:t>
            </a:r>
          </a:p>
          <a:p>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936" y="764373"/>
            <a:ext cx="6377940" cy="1293028"/>
          </a:xfrm>
        </p:spPr>
        <p:txBody>
          <a:bodyPr/>
          <a:lstStyle/>
          <a:p>
            <a:r>
              <a:rPr dirty="0">
                <a:latin typeface="Bahnschrift" panose="020B0502040204020203" pitchFamily="34" charset="0"/>
              </a:rPr>
              <a:t>Problem Statement</a:t>
            </a:r>
          </a:p>
        </p:txBody>
      </p:sp>
      <p:sp>
        <p:nvSpPr>
          <p:cNvPr id="3" name="Content Placeholder 2"/>
          <p:cNvSpPr>
            <a:spLocks noGrp="1"/>
          </p:cNvSpPr>
          <p:nvPr>
            <p:ph idx="1"/>
          </p:nvPr>
        </p:nvSpPr>
        <p:spPr/>
        <p:txBody>
          <a:bodyPr/>
          <a:lstStyle/>
          <a:p>
            <a:r>
              <a:rPr lang="en-IN" sz="2000" dirty="0">
                <a:latin typeface="Aptos Display" panose="020B0004020202020204" pitchFamily="34" charset="0"/>
              </a:rPr>
              <a:t>Managing school events manually can be inefficient and time-consuming, leading to difficulties in event planning, scheduling, participant registration, communication, and feedback collection. Organizers often face challenges in coordinating activities and maintaining accurate records, while students may not receive timely information about upcoming events. Therefore, there is a need for a centralized </a:t>
            </a:r>
            <a:r>
              <a:rPr lang="en-IN" sz="2000" b="1" dirty="0">
                <a:latin typeface="Aptos Display" panose="020B0004020202020204" pitchFamily="34" charset="0"/>
              </a:rPr>
              <a:t>School Event Management System</a:t>
            </a:r>
            <a:r>
              <a:rPr lang="en-IN" sz="2000" dirty="0">
                <a:latin typeface="Aptos Display" panose="020B0004020202020204" pitchFamily="34" charset="0"/>
              </a:rPr>
              <a:t> that enables organizers to efficiently manage events and allows students to view event details, register or volunteer, access schedules, and provide feedback, ensuring smooth and effective event management</a:t>
            </a:r>
            <a:r>
              <a:rPr lang="en-IN" dirty="0"/>
              <a:t>.</a:t>
            </a:r>
          </a:p>
          <a:p>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34356" y="664480"/>
            <a:ext cx="6377940" cy="1293028"/>
          </a:xfrm>
        </p:spPr>
        <p:txBody>
          <a:bodyPr/>
          <a:lstStyle/>
          <a:p>
            <a:r>
              <a:rPr dirty="0">
                <a:latin typeface="Bahnschrift" panose="020B0502040204020203" pitchFamily="34" charset="0"/>
              </a:rPr>
              <a:t>Project Workflow</a:t>
            </a:r>
          </a:p>
        </p:txBody>
      </p:sp>
      <p:pic>
        <p:nvPicPr>
          <p:cNvPr id="5" name="Content Placeholder 4">
            <a:extLst>
              <a:ext uri="{FF2B5EF4-FFF2-40B4-BE49-F238E27FC236}">
                <a16:creationId xmlns:a16="http://schemas.microsoft.com/office/drawing/2014/main" id="{6317BB12-832A-5919-CBA3-3011FAD98C78}"/>
              </a:ext>
            </a:extLst>
          </p:cNvPr>
          <p:cNvPicPr>
            <a:picLocks noGrp="1" noChangeAspect="1"/>
          </p:cNvPicPr>
          <p:nvPr>
            <p:ph idx="1"/>
          </p:nvPr>
        </p:nvPicPr>
        <p:blipFill>
          <a:blip r:embed="rId2"/>
          <a:stretch>
            <a:fillRect/>
          </a:stretch>
        </p:blipFill>
        <p:spPr>
          <a:xfrm>
            <a:off x="2205318" y="1659750"/>
            <a:ext cx="4456739" cy="514061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699302-1A72-31C0-FCA3-D82B59F1F6FC}"/>
              </a:ext>
            </a:extLst>
          </p:cNvPr>
          <p:cNvSpPr>
            <a:spLocks noGrp="1"/>
          </p:cNvSpPr>
          <p:nvPr>
            <p:ph type="title"/>
          </p:nvPr>
        </p:nvSpPr>
        <p:spPr>
          <a:xfrm>
            <a:off x="934571" y="287963"/>
            <a:ext cx="6377940" cy="1293028"/>
          </a:xfrm>
        </p:spPr>
        <p:txBody>
          <a:bodyPr/>
          <a:lstStyle/>
          <a:p>
            <a:r>
              <a:rPr lang="en-IN" dirty="0">
                <a:latin typeface="Bahnschrift" panose="020B0502040204020203" pitchFamily="34" charset="0"/>
              </a:rPr>
              <a:t>Project modules</a:t>
            </a:r>
          </a:p>
        </p:txBody>
      </p:sp>
      <p:sp>
        <p:nvSpPr>
          <p:cNvPr id="3" name="Content Placeholder 2">
            <a:extLst>
              <a:ext uri="{FF2B5EF4-FFF2-40B4-BE49-F238E27FC236}">
                <a16:creationId xmlns:a16="http://schemas.microsoft.com/office/drawing/2014/main" id="{057E8CCD-99AF-1919-B22A-FD72B4B74381}"/>
              </a:ext>
            </a:extLst>
          </p:cNvPr>
          <p:cNvSpPr>
            <a:spLocks noGrp="1"/>
          </p:cNvSpPr>
          <p:nvPr>
            <p:ph idx="1"/>
          </p:nvPr>
        </p:nvSpPr>
        <p:spPr>
          <a:xfrm>
            <a:off x="594360" y="1275550"/>
            <a:ext cx="7955280" cy="4988090"/>
          </a:xfrm>
        </p:spPr>
        <p:txBody>
          <a:bodyPr>
            <a:normAutofit fontScale="32500" lnSpcReduction="20000"/>
          </a:bodyPr>
          <a:lstStyle/>
          <a:p>
            <a:pPr marL="0" indent="0">
              <a:buNone/>
            </a:pPr>
            <a:r>
              <a:rPr lang="en-IN" sz="5600" b="1" dirty="0">
                <a:latin typeface="Aptos Display" panose="020B0004020202020204" pitchFamily="34" charset="0"/>
              </a:rPr>
              <a:t>Home Page</a:t>
            </a:r>
          </a:p>
          <a:p>
            <a:r>
              <a:rPr lang="en-IN" sz="5600" dirty="0">
                <a:latin typeface="Aptos Display" panose="020B0004020202020204" pitchFamily="34" charset="0"/>
              </a:rPr>
              <a:t>The Home Page is the main entry point of the School Event Management System. It provides an overview of the application and allows users to navigate to the Student and Organizer dashboards through a simple and user-friendly interface.</a:t>
            </a:r>
          </a:p>
          <a:p>
            <a:pPr marL="0" indent="0">
              <a:buNone/>
            </a:pPr>
            <a:r>
              <a:rPr lang="en-IN" sz="5600" b="1" dirty="0">
                <a:latin typeface="Aptos Display" panose="020B0004020202020204" pitchFamily="34" charset="0"/>
              </a:rPr>
              <a:t>Events</a:t>
            </a:r>
          </a:p>
          <a:p>
            <a:r>
              <a:rPr lang="en-IN" sz="5600" dirty="0">
                <a:latin typeface="Aptos Display" panose="020B0004020202020204" pitchFamily="34" charset="0"/>
              </a:rPr>
              <a:t>The Events module displays information about upcoming events, including event name, description, and date. Students can view events and register or volunteer for participation.</a:t>
            </a:r>
          </a:p>
          <a:p>
            <a:pPr marL="0" indent="0">
              <a:buNone/>
            </a:pPr>
            <a:r>
              <a:rPr lang="en-IN" sz="5600" b="1" dirty="0">
                <a:latin typeface="Aptos Display" panose="020B0004020202020204" pitchFamily="34" charset="0"/>
              </a:rPr>
              <a:t>Schedule</a:t>
            </a:r>
          </a:p>
          <a:p>
            <a:r>
              <a:rPr lang="en-IN" sz="5600" dirty="0">
                <a:latin typeface="Aptos Display" panose="020B0004020202020204" pitchFamily="34" charset="0"/>
              </a:rPr>
              <a:t>The Schedule module shows event dates, timings, and activity details. It helps students and organizers stay updated and manage event schedules effectively.</a:t>
            </a:r>
          </a:p>
          <a:p>
            <a:pPr marL="0" indent="0">
              <a:buNone/>
            </a:pPr>
            <a:r>
              <a:rPr lang="en-IN" sz="5600" b="1" dirty="0">
                <a:latin typeface="Aptos Display" panose="020B0004020202020204" pitchFamily="34" charset="0"/>
              </a:rPr>
              <a:t>Feedback</a:t>
            </a:r>
          </a:p>
          <a:p>
            <a:r>
              <a:rPr lang="en-IN" sz="5600" dirty="0">
                <a:latin typeface="Aptos Display" panose="020B0004020202020204" pitchFamily="34" charset="0"/>
              </a:rPr>
              <a:t>The Feedback module allows students to submit ratings, comments, and suggestions about events. Organizers can review the feedback to improve future events.</a:t>
            </a:r>
          </a:p>
          <a:p>
            <a:pPr marL="0" indent="0">
              <a:buNone/>
            </a:pPr>
            <a:r>
              <a:rPr lang="en-IN" sz="5600" b="1" dirty="0">
                <a:latin typeface="Aptos Display" panose="020B0004020202020204" pitchFamily="34" charset="0"/>
              </a:rPr>
              <a:t>About</a:t>
            </a:r>
          </a:p>
          <a:p>
            <a:r>
              <a:rPr lang="en-IN" sz="5600" dirty="0">
                <a:latin typeface="Aptos Display" panose="020B0004020202020204" pitchFamily="34" charset="0"/>
              </a:rPr>
              <a:t>The About Page provides information about the project, its objectives, features, technologies used, and the purpose of the School Event Management System.</a:t>
            </a:r>
          </a:p>
          <a:p>
            <a:endParaRPr lang="en-IN" dirty="0"/>
          </a:p>
        </p:txBody>
      </p:sp>
    </p:spTree>
    <p:extLst>
      <p:ext uri="{BB962C8B-B14F-4D97-AF65-F5344CB8AC3E}">
        <p14:creationId xmlns:p14="http://schemas.microsoft.com/office/powerpoint/2010/main" val="3820473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latin typeface="Bahnschrift" panose="020B0502040204020203" pitchFamily="34" charset="0"/>
              </a:rPr>
              <a:t>Organizer Dashboard</a:t>
            </a:r>
          </a:p>
        </p:txBody>
      </p:sp>
      <p:sp>
        <p:nvSpPr>
          <p:cNvPr id="3" name="Content Placeholder 2"/>
          <p:cNvSpPr>
            <a:spLocks noGrp="1"/>
          </p:cNvSpPr>
          <p:nvPr>
            <p:ph idx="1"/>
          </p:nvPr>
        </p:nvSpPr>
        <p:spPr>
          <a:xfrm>
            <a:off x="471416" y="2194560"/>
            <a:ext cx="4300369" cy="4069080"/>
          </a:xfrm>
        </p:spPr>
        <p:txBody>
          <a:bodyPr/>
          <a:lstStyle/>
          <a:p>
            <a:r>
              <a:rPr lang="en-IN" dirty="0">
                <a:latin typeface="Aptos Display" panose="020B0004020202020204" pitchFamily="34" charset="0"/>
              </a:rPr>
              <a:t>The </a:t>
            </a:r>
            <a:r>
              <a:rPr lang="en-IN" b="1" dirty="0">
                <a:latin typeface="Aptos Display" panose="020B0004020202020204" pitchFamily="34" charset="0"/>
              </a:rPr>
              <a:t>Organizer Dashboard</a:t>
            </a:r>
            <a:r>
              <a:rPr lang="en-IN" dirty="0">
                <a:latin typeface="Aptos Display" panose="020B0004020202020204" pitchFamily="34" charset="0"/>
              </a:rPr>
              <a:t> allows organizers to create and manage events, schedule activities, and monitor student registrations or volunteers. It also provides access to student feedback, helping organizers improve future events and ensure smooth event management</a:t>
            </a:r>
            <a:r>
              <a:rPr lang="en-IN" dirty="0"/>
              <a:t>.</a:t>
            </a:r>
            <a:endParaRPr dirty="0"/>
          </a:p>
        </p:txBody>
      </p:sp>
      <p:pic>
        <p:nvPicPr>
          <p:cNvPr id="5" name="Picture 4">
            <a:extLst>
              <a:ext uri="{FF2B5EF4-FFF2-40B4-BE49-F238E27FC236}">
                <a16:creationId xmlns:a16="http://schemas.microsoft.com/office/drawing/2014/main" id="{58B52589-DF02-5BFC-4A5D-BF3C020BDD9C}"/>
              </a:ext>
            </a:extLst>
          </p:cNvPr>
          <p:cNvPicPr>
            <a:picLocks noChangeAspect="1"/>
          </p:cNvPicPr>
          <p:nvPr/>
        </p:nvPicPr>
        <p:blipFill>
          <a:blip r:embed="rId2"/>
          <a:stretch>
            <a:fillRect/>
          </a:stretch>
        </p:blipFill>
        <p:spPr>
          <a:xfrm>
            <a:off x="4894729" y="2057402"/>
            <a:ext cx="4249271" cy="420623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2147" y="764373"/>
            <a:ext cx="6377940" cy="1293028"/>
          </a:xfrm>
        </p:spPr>
        <p:txBody>
          <a:bodyPr/>
          <a:lstStyle/>
          <a:p>
            <a:r>
              <a:rPr dirty="0">
                <a:latin typeface="Bahnschrift" panose="020B0502040204020203" pitchFamily="34" charset="0"/>
              </a:rPr>
              <a:t>Student Dashboard</a:t>
            </a:r>
          </a:p>
        </p:txBody>
      </p:sp>
      <p:sp>
        <p:nvSpPr>
          <p:cNvPr id="3" name="Content Placeholder 2"/>
          <p:cNvSpPr>
            <a:spLocks noGrp="1"/>
          </p:cNvSpPr>
          <p:nvPr>
            <p:ph idx="1"/>
          </p:nvPr>
        </p:nvSpPr>
        <p:spPr>
          <a:xfrm>
            <a:off x="310051" y="2194560"/>
            <a:ext cx="3747119" cy="4069080"/>
          </a:xfrm>
        </p:spPr>
        <p:txBody>
          <a:bodyPr/>
          <a:lstStyle/>
          <a:p>
            <a:r>
              <a:rPr lang="en-IN" dirty="0">
                <a:latin typeface="Aptos Display" panose="020B0004020202020204" pitchFamily="34" charset="0"/>
              </a:rPr>
              <a:t>The </a:t>
            </a:r>
            <a:r>
              <a:rPr lang="en-IN" b="1" dirty="0">
                <a:latin typeface="Aptos Display" panose="020B0004020202020204" pitchFamily="34" charset="0"/>
              </a:rPr>
              <a:t>Student Dashboard</a:t>
            </a:r>
            <a:r>
              <a:rPr lang="en-IN" dirty="0">
                <a:latin typeface="Aptos Display" panose="020B0004020202020204" pitchFamily="34" charset="0"/>
              </a:rPr>
              <a:t> allows students to view upcoming events, check event schedules, register or volunteer for activities, and submit feedback. It provides a simple and convenient way for students to stay informed and participate in school events.</a:t>
            </a:r>
          </a:p>
          <a:p>
            <a:endParaRPr dirty="0"/>
          </a:p>
        </p:txBody>
      </p:sp>
      <p:pic>
        <p:nvPicPr>
          <p:cNvPr id="5" name="Picture 4">
            <a:extLst>
              <a:ext uri="{FF2B5EF4-FFF2-40B4-BE49-F238E27FC236}">
                <a16:creationId xmlns:a16="http://schemas.microsoft.com/office/drawing/2014/main" id="{01747EFD-2958-4CB2-CE3A-ECDF92F7CBF7}"/>
              </a:ext>
            </a:extLst>
          </p:cNvPr>
          <p:cNvPicPr>
            <a:picLocks noChangeAspect="1"/>
          </p:cNvPicPr>
          <p:nvPr/>
        </p:nvPicPr>
        <p:blipFill>
          <a:blip r:embed="rId2"/>
          <a:stretch>
            <a:fillRect/>
          </a:stretch>
        </p:blipFill>
        <p:spPr>
          <a:xfrm>
            <a:off x="4141694" y="1981702"/>
            <a:ext cx="4940834" cy="41119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3030" y="764373"/>
            <a:ext cx="6377940" cy="1293028"/>
          </a:xfrm>
        </p:spPr>
        <p:txBody>
          <a:bodyPr/>
          <a:lstStyle/>
          <a:p>
            <a:r>
              <a:rPr lang="en-IN" dirty="0">
                <a:latin typeface="Bahnschrift" panose="020B0502040204020203" pitchFamily="34" charset="0"/>
              </a:rPr>
              <a:t>Project structure </a:t>
            </a:r>
            <a:endParaRPr dirty="0">
              <a:latin typeface="Bahnschrift" panose="020B0502040204020203" pitchFamily="34" charset="0"/>
            </a:endParaRPr>
          </a:p>
        </p:txBody>
      </p:sp>
      <p:pic>
        <p:nvPicPr>
          <p:cNvPr id="5" name="Content Placeholder 4">
            <a:extLst>
              <a:ext uri="{FF2B5EF4-FFF2-40B4-BE49-F238E27FC236}">
                <a16:creationId xmlns:a16="http://schemas.microsoft.com/office/drawing/2014/main" id="{DC19BD0D-FC24-7F28-CADC-5EC087DF26D5}"/>
              </a:ext>
            </a:extLst>
          </p:cNvPr>
          <p:cNvPicPr>
            <a:picLocks noGrp="1" noChangeAspect="1"/>
          </p:cNvPicPr>
          <p:nvPr>
            <p:ph idx="1"/>
          </p:nvPr>
        </p:nvPicPr>
        <p:blipFill>
          <a:blip r:embed="rId2"/>
          <a:stretch>
            <a:fillRect/>
          </a:stretch>
        </p:blipFill>
        <p:spPr>
          <a:xfrm>
            <a:off x="2474259" y="2193925"/>
            <a:ext cx="5286711" cy="44835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1932" y="764373"/>
            <a:ext cx="6377940" cy="1293028"/>
          </a:xfrm>
        </p:spPr>
        <p:txBody>
          <a:bodyPr/>
          <a:lstStyle/>
          <a:p>
            <a:r>
              <a:rPr dirty="0">
                <a:latin typeface="Bahnschrift" panose="020B0502040204020203" pitchFamily="34" charset="0"/>
              </a:rPr>
              <a:t>Technologies Used</a:t>
            </a:r>
          </a:p>
        </p:txBody>
      </p:sp>
      <p:sp>
        <p:nvSpPr>
          <p:cNvPr id="3" name="Content Placeholder 2"/>
          <p:cNvSpPr>
            <a:spLocks noGrp="1"/>
          </p:cNvSpPr>
          <p:nvPr>
            <p:ph idx="1"/>
          </p:nvPr>
        </p:nvSpPr>
        <p:spPr/>
        <p:txBody>
          <a:bodyPr>
            <a:normAutofit/>
          </a:bodyPr>
          <a:lstStyle/>
          <a:p>
            <a:r>
              <a:rPr lang="en-IN" sz="2000" b="1" dirty="0">
                <a:latin typeface="Aptos Display" panose="020B0004020202020204" pitchFamily="34" charset="0"/>
              </a:rPr>
              <a:t>React.js</a:t>
            </a:r>
            <a:r>
              <a:rPr lang="en-IN" sz="2000" dirty="0">
                <a:latin typeface="Aptos Display" panose="020B0004020202020204" pitchFamily="34" charset="0"/>
              </a:rPr>
              <a:t> – Used to build the user interface and dashboard components. </a:t>
            </a:r>
          </a:p>
          <a:p>
            <a:r>
              <a:rPr lang="en-IN" sz="2000" b="1" dirty="0">
                <a:latin typeface="Aptos Display" panose="020B0004020202020204" pitchFamily="34" charset="0"/>
              </a:rPr>
              <a:t>JavaScript</a:t>
            </a:r>
            <a:r>
              <a:rPr lang="en-IN" sz="2000" dirty="0">
                <a:latin typeface="Aptos Display" panose="020B0004020202020204" pitchFamily="34" charset="0"/>
              </a:rPr>
              <a:t> – Used for application logic and functionality. </a:t>
            </a:r>
          </a:p>
          <a:p>
            <a:r>
              <a:rPr lang="en-IN" sz="2000" b="1" dirty="0">
                <a:latin typeface="Aptos Display" panose="020B0004020202020204" pitchFamily="34" charset="0"/>
              </a:rPr>
              <a:t>HTML</a:t>
            </a:r>
            <a:r>
              <a:rPr lang="en-IN" sz="2000" dirty="0">
                <a:latin typeface="Aptos Display" panose="020B0004020202020204" pitchFamily="34" charset="0"/>
              </a:rPr>
              <a:t> – Used to create the structure of web pages. </a:t>
            </a:r>
          </a:p>
          <a:p>
            <a:r>
              <a:rPr lang="en-IN" sz="2000" b="1" dirty="0">
                <a:latin typeface="Aptos Display" panose="020B0004020202020204" pitchFamily="34" charset="0"/>
              </a:rPr>
              <a:t>CSS</a:t>
            </a:r>
            <a:r>
              <a:rPr lang="en-IN" sz="2000" dirty="0">
                <a:latin typeface="Aptos Display" panose="020B0004020202020204" pitchFamily="34" charset="0"/>
              </a:rPr>
              <a:t> – Used for styling and designing the application. </a:t>
            </a:r>
          </a:p>
          <a:p>
            <a:r>
              <a:rPr lang="en-IN" sz="2000" b="1" dirty="0">
                <a:latin typeface="Aptos Display" panose="020B0004020202020204" pitchFamily="34" charset="0"/>
              </a:rPr>
              <a:t>Node.js</a:t>
            </a:r>
            <a:r>
              <a:rPr lang="en-IN" sz="2000" dirty="0">
                <a:latin typeface="Aptos Display" panose="020B0004020202020204" pitchFamily="34" charset="0"/>
              </a:rPr>
              <a:t> – Used for backend development and server-side operations. </a:t>
            </a:r>
          </a:p>
          <a:p>
            <a:r>
              <a:rPr lang="en-IN" sz="2000" b="1" dirty="0">
                <a:latin typeface="Aptos Display" panose="020B0004020202020204" pitchFamily="34" charset="0"/>
              </a:rPr>
              <a:t>MongoDB/MySQL</a:t>
            </a:r>
            <a:r>
              <a:rPr lang="en-IN" sz="2000" dirty="0">
                <a:latin typeface="Aptos Display" panose="020B0004020202020204" pitchFamily="34" charset="0"/>
              </a:rPr>
              <a:t> – Used to store event, schedule, registration, and feedback data. </a:t>
            </a:r>
          </a:p>
          <a:p>
            <a:r>
              <a:rPr lang="en-IN" sz="2000" b="1" dirty="0">
                <a:latin typeface="Aptos Display" panose="020B0004020202020204" pitchFamily="34" charset="0"/>
              </a:rPr>
              <a:t>Git &amp; GitHub</a:t>
            </a:r>
            <a:r>
              <a:rPr lang="en-IN" sz="2000" dirty="0">
                <a:latin typeface="Aptos Display" panose="020B0004020202020204" pitchFamily="34" charset="0"/>
              </a:rPr>
              <a:t> – Used for version control and project management. </a:t>
            </a:r>
          </a:p>
          <a:p>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3030" y="764373"/>
            <a:ext cx="6377940" cy="1293028"/>
          </a:xfrm>
        </p:spPr>
        <p:txBody>
          <a:bodyPr/>
          <a:lstStyle/>
          <a:p>
            <a:r>
              <a:rPr dirty="0">
                <a:latin typeface="Bahnschrift" panose="020B0502040204020203" pitchFamily="34" charset="0"/>
              </a:rPr>
              <a:t>Future Enhancements</a:t>
            </a:r>
          </a:p>
        </p:txBody>
      </p:sp>
      <p:sp>
        <p:nvSpPr>
          <p:cNvPr id="3" name="Content Placeholder 2"/>
          <p:cNvSpPr>
            <a:spLocks noGrp="1"/>
          </p:cNvSpPr>
          <p:nvPr>
            <p:ph idx="1"/>
          </p:nvPr>
        </p:nvSpPr>
        <p:spPr/>
        <p:txBody>
          <a:bodyPr>
            <a:normAutofit/>
          </a:bodyPr>
          <a:lstStyle/>
          <a:p>
            <a:r>
              <a:rPr lang="en-IN" sz="2400" dirty="0">
                <a:latin typeface="Aptos Display" panose="020B0004020202020204" pitchFamily="34" charset="0"/>
              </a:rPr>
              <a:t>Online event registration and approval system. Attendance tracking for participants and volunteers. Email and SMS notifications for event updates. Event analytics and performance reports. Mobile application support for easy access. Certificate generation for participants and volunteers. Integration with school portals and databases. Real-time announcements and communication features</a:t>
            </a:r>
            <a:endParaRPr sz="2400" dirty="0">
              <a:latin typeface="Aptos Display" panose="020B00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4360" y="706555"/>
            <a:ext cx="6377940" cy="1293028"/>
          </a:xfrm>
        </p:spPr>
        <p:txBody>
          <a:bodyPr/>
          <a:lstStyle/>
          <a:p>
            <a:r>
              <a:rPr dirty="0">
                <a:latin typeface="Bahnschrift" panose="020B0502040204020203" pitchFamily="34" charset="0"/>
              </a:rPr>
              <a:t>Conclusion</a:t>
            </a:r>
          </a:p>
        </p:txBody>
      </p:sp>
      <p:sp>
        <p:nvSpPr>
          <p:cNvPr id="3" name="Content Placeholder 2"/>
          <p:cNvSpPr>
            <a:spLocks noGrp="1"/>
          </p:cNvSpPr>
          <p:nvPr>
            <p:ph idx="1"/>
          </p:nvPr>
        </p:nvSpPr>
        <p:spPr/>
        <p:txBody>
          <a:bodyPr/>
          <a:lstStyle/>
          <a:p>
            <a:r>
              <a:rPr lang="en-IN" dirty="0">
                <a:latin typeface="Aptos Display" panose="020B0004020202020204" pitchFamily="34" charset="0"/>
              </a:rPr>
              <a:t>The </a:t>
            </a:r>
            <a:r>
              <a:rPr lang="en-IN" b="1" dirty="0">
                <a:latin typeface="Aptos Display" panose="020B0004020202020204" pitchFamily="34" charset="0"/>
              </a:rPr>
              <a:t>School Event Management System</a:t>
            </a:r>
            <a:r>
              <a:rPr lang="en-IN" dirty="0">
                <a:latin typeface="Aptos Display" panose="020B0004020202020204" pitchFamily="34" charset="0"/>
              </a:rPr>
              <a:t> provides an efficient and user-friendly platform for managing school events. It enables organizers to create and schedule events while allowing students to view event details, register or volunteer, and submit feedback. By automating event management processes, the system improves communication, reduces manual effort, increases student participation, and ensures the successful organization of school events.</a:t>
            </a:r>
            <a:endParaRPr dirty="0">
              <a:latin typeface="Aptos Display" panose="020B00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9DBB9-A08E-DA34-FB81-8F5210761C1D}"/>
              </a:ext>
            </a:extLst>
          </p:cNvPr>
          <p:cNvSpPr>
            <a:spLocks noGrp="1"/>
          </p:cNvSpPr>
          <p:nvPr>
            <p:ph type="title"/>
          </p:nvPr>
        </p:nvSpPr>
        <p:spPr>
          <a:xfrm>
            <a:off x="1065198" y="702901"/>
            <a:ext cx="6377940" cy="1293028"/>
          </a:xfrm>
        </p:spPr>
        <p:txBody>
          <a:bodyPr/>
          <a:lstStyle/>
          <a:p>
            <a:r>
              <a:rPr lang="en-IN" dirty="0">
                <a:latin typeface="Bahnschrift" panose="020B0502040204020203" pitchFamily="34" charset="0"/>
              </a:rPr>
              <a:t>Geotag photo</a:t>
            </a:r>
          </a:p>
        </p:txBody>
      </p:sp>
      <p:pic>
        <p:nvPicPr>
          <p:cNvPr id="5" name="Content Placeholder 4">
            <a:extLst>
              <a:ext uri="{FF2B5EF4-FFF2-40B4-BE49-F238E27FC236}">
                <a16:creationId xmlns:a16="http://schemas.microsoft.com/office/drawing/2014/main" id="{A075426D-D390-09F9-D6DF-4FC96BF76617}"/>
              </a:ext>
            </a:extLst>
          </p:cNvPr>
          <p:cNvPicPr>
            <a:picLocks noGrp="1" noChangeAspect="1"/>
          </p:cNvPicPr>
          <p:nvPr>
            <p:ph idx="1"/>
          </p:nvPr>
        </p:nvPicPr>
        <p:blipFill>
          <a:blip r:embed="rId2"/>
          <a:stretch>
            <a:fillRect/>
          </a:stretch>
        </p:blipFill>
        <p:spPr>
          <a:xfrm>
            <a:off x="2465471" y="2193925"/>
            <a:ext cx="5427133" cy="4070350"/>
          </a:xfrm>
          <a:prstGeom prst="rect">
            <a:avLst/>
          </a:prstGeom>
        </p:spPr>
      </p:pic>
    </p:spTree>
    <p:extLst>
      <p:ext uri="{BB962C8B-B14F-4D97-AF65-F5344CB8AC3E}">
        <p14:creationId xmlns:p14="http://schemas.microsoft.com/office/powerpoint/2010/main" val="16389695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959" y="2782486"/>
            <a:ext cx="6377940" cy="1293028"/>
          </a:xfrm>
        </p:spPr>
        <p:txBody>
          <a:bodyPr>
            <a:normAutofit/>
          </a:bodyPr>
          <a:lstStyle/>
          <a:p>
            <a:r>
              <a:rPr sz="7200" dirty="0">
                <a:latin typeface="Bahnschrift" panose="020B0502040204020203" pitchFamily="34" charset="0"/>
              </a:rPr>
              <a:t>Thank You</a:t>
            </a:r>
          </a:p>
        </p:txBody>
      </p:sp>
    </p:spTree>
  </p:cSld>
  <p:clrMapOvr>
    <a:masterClrMapping/>
  </p:clrMapOvr>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TM04033937[[fn=Vapor Trail]]</Template>
  <TotalTime>26</TotalTime>
  <Words>901</Words>
  <Application>Microsoft Office PowerPoint</Application>
  <PresentationFormat>On-screen Show (4:3)</PresentationFormat>
  <Paragraphs>45</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 Display</vt:lpstr>
      <vt:lpstr>Arial</vt:lpstr>
      <vt:lpstr>Bahnschrift</vt:lpstr>
      <vt:lpstr>Century Gothic</vt:lpstr>
      <vt:lpstr>Vapor Trail</vt:lpstr>
      <vt:lpstr>School Event  Management System</vt:lpstr>
      <vt:lpstr>Introduction</vt:lpstr>
      <vt:lpstr>Abstract</vt:lpstr>
      <vt:lpstr>Problem Statement</vt:lpstr>
      <vt:lpstr>Project Workflow</vt:lpstr>
      <vt:lpstr>Project modules</vt:lpstr>
      <vt:lpstr>Organizer Dashboard</vt:lpstr>
      <vt:lpstr>Student Dashboard</vt:lpstr>
      <vt:lpstr>Project structure </vt:lpstr>
      <vt:lpstr>Technologies Used</vt:lpstr>
      <vt:lpstr>Future Enhancements</vt:lpstr>
      <vt:lpstr>Conclusion</vt:lpstr>
      <vt:lpstr>Geotag photo</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SURABHI ANUSHKA GOUD</cp:lastModifiedBy>
  <cp:revision>2</cp:revision>
  <dcterms:created xsi:type="dcterms:W3CDTF">2013-01-27T09:14:16Z</dcterms:created>
  <dcterms:modified xsi:type="dcterms:W3CDTF">2026-06-19T04:55:05Z</dcterms:modified>
  <cp:category/>
</cp:coreProperties>
</file>